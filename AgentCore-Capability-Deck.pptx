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54864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Bedrock AgentCore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Agent Platform — Architecture &amp; Capabilities 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Use Case |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Amazon Bedrock AgentCore?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managed, serverless platform to deploy and operate AI agents securely at scale.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(LangGraph, CrewAI, Strands, custom) and model-agnostic (Claude, GPT, Llama).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composable services — use what you need, pay for what you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51460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microVM per user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Auto-scaling, 8hr sessions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23774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514600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8620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27614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+ Long-term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extraction strategies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25146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27614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wrapping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external calls centralized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84048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0873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auth (Okta, Entra)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delegation, Session 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7033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8404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862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86200" y="40873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Cedar-based RBAC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on every tool call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37033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3840480"/>
            <a:ext cx="365760" cy="365760"/>
          </a:xfrm>
          <a:prstGeom prst="ellipse">
            <a:avLst/>
          </a:prstGeom>
          <a:solidFill>
            <a:srgbClr val="1B9B8D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40873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metrics, logs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S3 retention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6 of 7 services (Evaluations is phase 2)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828800" y="1645920"/>
            <a:ext cx="36576" cy="731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210312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Runtime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0312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 — every user gets an isolated microVM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— How It Works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session runs in a dedicated microVM with isolated CPU, memory, and filesystem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VM size — elastic scaling. Typical peak: ~2.5GB memory, 1 vCPU per session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836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persists up to 8 hours or 15 minutes of inactivity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2257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session ends, entire microVM terminated and memory sanitized — zero data leakage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wait is free — you only pay for actual CPU consumption per-second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our entire LangGraph orchestration (5 agents) as a single deployment unit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6393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100MB payloads — text, images, audio, video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7822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900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Auto-scales horizontally based on concurrent sessions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00584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Advantage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14173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Pre-allocated (EKS):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full instance 24/7 even during I/O wait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Runtime: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active CPU. I/O wait = $0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3.3x lower CPU cost, 1.4x lower memory cost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3200400"/>
            <a:ext cx="3017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1B9B8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36118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session isolation — one user can never see another user's data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regulated insurance environment where PII boundaries must be explicit and defensible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828800" y="1645920"/>
            <a:ext cx="36576" cy="731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210312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Memory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0312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+ Long-term memory with intelligent extraction strategies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— The Problem We Solved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 stores conversations in two tiers: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(instant, ~50ms) — raw conversation events appended to a 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(async, 20-120s) — LLM extracts facts/preferences, embeds for semantic search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our code only reads long-term memory, follow-up questions fail because extraction hasn't completed yet.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 — Dual-Read Pattern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retrieval time, query BOTH tiers in parallel: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ListEvents (short-term): ~50ms, always has latest turns, zero LLM processing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RetrieveMemoryRecords (long-term): ~200ms, semantic search, may lag for recent turns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results. Short-term fills the recency gap. Long-term provides cross-session intelligence.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43159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Best Practice: </a:t>
            </a:r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short-term memory for immediate retrieval needs while long-term memories are being processed in the background."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— Available Strategies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facts and knowledge from conversations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"Customer's company has 500 employees across 3 offices"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0" y="123444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1234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this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Preference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choices, styles, recurring patterns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 prefers concise answers and Division-level queries"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98080" y="219456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1945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future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summary of conversation, scoped to session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 asked about maternity leave policy, got cited answer"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0" y="31546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3154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long chats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Episodic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reasoning paths with outcomes + reflections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"Last time Validator found retrieval issue — re-query with refined prompt worked"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0" y="411480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4114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agent learning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strategies can run in parallel — they don't block each other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828800" y="1645920"/>
            <a:ext cx="36576" cy="731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210312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 + Policy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03120" y="2103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wrapping, RBAC, and deterministic guardrails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 — Centralized Tool Access via MCP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ALL external services (Bedrock, OpenSearch, Cohere) into MCP-compatible tools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discover and call tools through Gateway — single access point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56816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 backend service (e.g., change vector store) by updating Gateway registration, not agent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32304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is logged and traceable through Observability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Lambda functions, APIs, and MCP servers as targets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1005840"/>
            <a:ext cx="3200400" cy="38404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1097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AgentCore Policy (RBAC + Guardrails)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46304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OUTSIDE the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can't bypass — it doesn't even know policies exist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→ Gateway intercepts → Cedar policy evaluates → Allow/Deny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Example: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user queries HR index → DENY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user queries Finance index → ALLOW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policies use JWT claims (department, role, scope) from Identity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deny — if no permit policy matches, request is blocked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can be written in plain English — auto-converted to Cedar and validated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— Authentication &amp; Session Management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SSO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3533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Okta, Microsoft Entra ID, Amazon Cognito via OAuth 2.0 / OpenID Connect. Users authenticate once, JWT token carries claims (department, role, etc.)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2039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ID Generation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3134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authenticated user gets a unique Session ID that ties together Runtime (microVM), Memory (conversation history), and Observability (traces). One ID links everything.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2999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OAuth Delegation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2735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act on behalf of users — accessing SharePoint, OneDrive, Slack using delegated tokens. Same OBO flow we currently use for Microsoft Graph API.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3959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Workload Identity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2336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gets its own identity with ARN, metadata, and credentials. Agents must present verifiable proof of identity before accessing any stored credentials.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handles WHO you are. Policy handles WHAT you can do. Together = RBAC.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— Full Visibility Into Agent Behavior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Captures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9B8D"/>
                </a:solidFill>
              </a:rPr>
              <a:t>●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agent was called, what input it received, what output it produced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9B8D"/>
                </a:solidFill>
              </a:rPr>
              <a:t>●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each step took (Router: 200ms, Generator: 3s, Retriever: 800ms)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3969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9B8D"/>
                </a:solidFill>
              </a:rPr>
              <a:t>●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tools were called via Gateway (Bedrock, OpenSearch, Cohere)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237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9B8D"/>
                </a:solidFill>
              </a:rPr>
              <a:t>●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per LLM call — cost tracking per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9077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9B8D"/>
                </a:solidFill>
              </a:rPr>
              <a:t>●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failed — exactly where and why in the pipeline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9B8D"/>
                </a:solidFill>
              </a:rPr>
              <a:t>●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request/response bodies for every MCP tool call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100584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1B9B8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1097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Retention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41732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months automatic (1-min resolution for 15 days, 5-min for 63 days, 1-hr for 15 months)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Traces: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— 1 day to 10 years, or indefinite. Set per log group.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Logs, Amazon S3, or Firehose stream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34747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3886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reports wrong answer about maternity leave. Without Observability: blind debugging. With Observability: open the trace, see Router classified correctly, Retriever pulled wrong chunks from wrong index, Generator hallucinated from irrelevant context. Root cause found in seconds.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— End-to-End Latency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8288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1051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1051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90472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904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Read (short-term)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4904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ListEvents — raw event log read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490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9384"/>
            <a:ext cx="8229600" cy="411480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2938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Read (long-term)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19293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92938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68296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36829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Agent (Haiku)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236829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36829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200-400ms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807208"/>
            <a:ext cx="8229600" cy="411480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8072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(OpenSearch + Cohere)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28072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+ rerank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28072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500-800ms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Agent (Sonnet)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3246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generation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seconds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85032"/>
            <a:ext cx="8229600" cy="411480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6850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Agent (Sonnet)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36850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(if triggered)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6850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seconds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123944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1239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Write (long-term)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0" y="41239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LLM extraction (non-blocking)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412394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20-40s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end-to-end: ~3-5 seconds per query.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is LLM calls (Generator), not memory or retrieval. Memory write is async — user never waits.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microVM per user. Auto-scales. Pay per-second for actual usage. Complete session isolation.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Dual-read pattern (short-term + long-term in parallel) solves the race condition. Semantic strategy for fact extraction. 4 strategies available.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external calls (Bedrock, OpenSearch, Cohere) wrapped as MCP tools. Swap backends without touching agent code.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6304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guardrails enforced at Gateway boundary. Cedar policies use JWT claims. Default deny. Agent can't bypass.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 (Okta/Entra/Cognito). Session ID ties Runtime + Memory + Observability together.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" cy="411480"/>
          </a:xfrm>
          <a:prstGeom prst="roundRect">
            <a:avLst>
              <a:gd name="adj" fmla="val 8889"/>
            </a:avLst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690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traces of every agent step. Configurable retention (1 day to 10 years). Debug any query in seconds.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Bedrock AgentCore — Platform Overview</dc:title>
  <dc:subject>PptxGenJS Presentation</dc:subject>
  <dc:creator>Sanjib Biswas</dc:creator>
  <cp:lastModifiedBy>Sanjib Biswas</cp:lastModifiedBy>
  <cp:revision>1</cp:revision>
  <dcterms:created xsi:type="dcterms:W3CDTF">2026-04-15T19:18:27Z</dcterms:created>
  <dcterms:modified xsi:type="dcterms:W3CDTF">2026-04-15T19:18:27Z</dcterms:modified>
</cp:coreProperties>
</file>